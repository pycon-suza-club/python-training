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Urbanist Medium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567582-DFCF-4001-9966-80F844EDAA53}">
  <a:tblStyle styleId="{95567582-DFCF-4001-9966-80F844EDAA5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Medium-bold.fntdata"/><Relationship Id="rId21" Type="http://schemas.openxmlformats.org/officeDocument/2006/relationships/font" Target="fonts/UrbanistMedium-regular.fntdata"/><Relationship Id="rId24" Type="http://schemas.openxmlformats.org/officeDocument/2006/relationships/font" Target="fonts/UrbanistMedium-boldItalic.fntdata"/><Relationship Id="rId23" Type="http://schemas.openxmlformats.org/officeDocument/2006/relationships/font" Target="fonts/Urbanis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10" Type="http://schemas.openxmlformats.org/officeDocument/2006/relationships/image" Target="../media/image7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7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33.png"/><Relationship Id="rId5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11585"/>
            <a:ext cx="11029950" cy="62091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581025"/>
            <a:ext cx="11581447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Lecture 2 Workshops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1483965"/>
            <a:ext cx="11029950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Python Web Development: Hands-on Lab Sessions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3213496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Created by Mr President Abdallah Fadhili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2402085"/>
            <a:ext cx="106489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Variables • Data Types • Operators • Conditions • Loops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22871"/>
            <a:ext cx="3549550" cy="1660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022871"/>
            <a:ext cx="3549699" cy="1660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022871"/>
            <a:ext cx="3549550" cy="166092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81025" y="1257300"/>
            <a:ext cx="53244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Designed for groups of 3 to encourage discussion, shared coding, debugging, and presenting solutions.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53200" y="1257300"/>
            <a:ext cx="5057775" cy="384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Roles rotate every workshop!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37338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299096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19150" y="2746771"/>
            <a:ext cx="32269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Member 1: Driver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19150" y="2965846"/>
            <a:ext cx="30733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one who actually types the code into the computer.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59200" y="229909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4559200" y="2746771"/>
            <a:ext cx="32271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Member 2: Navigator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559200" y="2965846"/>
            <a:ext cx="3073449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Explains the logic and guides the Driver on what to write.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99400" y="2299096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299400" y="2746771"/>
            <a:ext cx="32269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Member 3: Tester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299400" y="2965846"/>
            <a:ext cx="30733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Finds errors, verifies output, and ensures rules are met.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WORKSHOP PHILOSOPHY &amp; ROLES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257300"/>
            <a:ext cx="5324475" cy="360312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09625" y="1638300"/>
            <a:ext cx="5095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20 Minutes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81025" y="1914525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Objective: Practice Inputs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550" y="1276350"/>
            <a:ext cx="5286375" cy="35650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65258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66775" y="2276475"/>
            <a:ext cx="50387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Ask: Name, Age, Course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2611635"/>
            <a:ext cx="50387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Display a formatted profile block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66775" y="2946796"/>
            <a:ext cx="50387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Bonus: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Calculate age after 5 years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81025" y="2276475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81025" y="2611635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81025" y="2946796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W1: STUDENT PROFILE PROGRAM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57300"/>
            <a:ext cx="5324475" cy="2560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57300"/>
            <a:ext cx="5324475" cy="2560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708671"/>
            <a:ext cx="4848225" cy="47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53125" y="4007941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819150" y="1914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Requirements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19150" y="2133600"/>
            <a:ext cx="48482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Input two numbers and calculate: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Addition, Subtraction, Multiplication, Division.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524625" y="1533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Starter Code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524625" y="3152775"/>
            <a:ext cx="48482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Example Output: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Add: 15 | Subtract: 5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00125" y="2851546"/>
            <a:ext cx="4524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Challenge: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Prevent division by zero!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W2: SIMPLE CALCULATOR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57300"/>
            <a:ext cx="5324475" cy="2407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57300"/>
            <a:ext cx="5324475" cy="240744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19150" y="1914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Logic Rules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19150" y="3186707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Bonus: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Print if the user "Can vote" or "Cannot vote".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524625" y="1533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Starter Code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104900" y="2133600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0–12 → </a:t>
            </a: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Child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104900" y="2468760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13–19 → </a:t>
            </a: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Teen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104900" y="2803921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20+ → </a:t>
            </a: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Adult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19150" y="2133600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19150" y="2468760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19150" y="2803921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W3: AGE CHECKER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57300"/>
            <a:ext cx="53244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257300"/>
            <a:ext cx="53244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625" y="2144910"/>
            <a:ext cx="4848225" cy="52566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819150" y="1914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Grading Scale</a:t>
            </a:r>
            <a:endParaRPr/>
          </a:p>
        </p:txBody>
      </p:sp>
      <p:graphicFrame>
        <p:nvGraphicFramePr>
          <p:cNvPr id="173" name="Google Shape;173;p18"/>
          <p:cNvGraphicFramePr/>
          <p:nvPr/>
        </p:nvGraphicFramePr>
        <p:xfrm>
          <a:off x="716775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{95567582-DFCF-4001-9966-80F844EDAA53}</a:tableStyleId>
              </a:tblPr>
              <a:tblGrid>
                <a:gridCol w="2287775"/>
                <a:gridCol w="2605675"/>
              </a:tblGrid>
              <a:tr h="204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80–100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D4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Grade 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60–79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Grade 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</a:tr>
              <a:tr h="204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40–59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Grade 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0–39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F444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Grade 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18"/>
          <p:cNvSpPr txBox="1"/>
          <p:nvPr/>
        </p:nvSpPr>
        <p:spPr>
          <a:xfrm>
            <a:off x="6524625" y="1533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524625" y="1752600"/>
            <a:ext cx="484822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 if/elif/else to process the score.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705600" y="2287785"/>
            <a:ext cx="45243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Validation Bonus: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Reject invalid scores (must be 0–100).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W4: STUDENT GRADE SYSTEM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57300"/>
            <a:ext cx="5324475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257300"/>
            <a:ext cx="5324475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625" y="1533525"/>
            <a:ext cx="484822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819150" y="1914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Logical Operators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19150" y="2133600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Input Number A and Number B. Show: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104900" y="2373510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Which number is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Greater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104900" y="2708671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Are they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Equal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104900" y="3043832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What is the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Difference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3675" y="1552575"/>
            <a:ext cx="4810125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819150" y="2373510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19150" y="2708671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19150" y="3043832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W5: NUMBER COMPARISON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57300"/>
            <a:ext cx="5324475" cy="2573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57300"/>
            <a:ext cx="5324475" cy="257353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819150" y="1914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Loop Practice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19150" y="2133600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Enter a number and print its table from 1 to 10.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524625" y="1533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Starter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524625" y="2971800"/>
            <a:ext cx="484822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Bonus: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 a loop to allow the user to repeat the program.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W6: MULTIPLICATION TABLE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57300"/>
            <a:ext cx="5324475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57300"/>
            <a:ext cx="5324475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819150" y="1914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While Loop Practice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19150" y="2133600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Input a starting number and count down to 1, then print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"GO"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524625" y="1533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Starter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104900" y="2516385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Bonus: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Reject negative numbers as input.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19150" y="2516385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W7: COUNTDOWN TIMER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257300"/>
            <a:ext cx="5324475" cy="306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581025" y="1638300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Requirements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581025" y="1857375"/>
            <a:ext cx="5324475" cy="48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Correct Credentials: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admin / 1234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81025" y="3542704"/>
            <a:ext cx="53244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Hint: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 a counter variable attempt = 0.</a:t>
            </a:r>
            <a:endParaRPr/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550" y="1276350"/>
            <a:ext cx="5286375" cy="3022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866775" y="2489596"/>
            <a:ext cx="50387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User gets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 attempts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66775" y="2824757"/>
            <a:ext cx="50387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Success: "Login Success"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66775" y="3159918"/>
            <a:ext cx="50387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Failure: "Account Locked"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81025" y="2489596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581025" y="2824757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81025" y="3159918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W8: LOGIN SIMULATION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57300"/>
            <a:ext cx="5324475" cy="2359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57300"/>
            <a:ext cx="5324475" cy="235981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819150" y="1914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Rules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19150" y="2133600"/>
            <a:ext cx="48482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Secret Number: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7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524625" y="1533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Starter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104900" y="2373510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Compare guess to secret.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1104900" y="2708671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Tell user: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Too High, Too Low,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or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Correct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1104900" y="3043832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Bonus: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Count how many attempts it took.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819150" y="2373510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819150" y="2708671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819150" y="3043832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W9: GUESS NUMBER GAME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257300"/>
            <a:ext cx="5324475" cy="2502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192535"/>
            <a:ext cx="532447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581025" y="1638300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Grand Finale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581025" y="1857375"/>
            <a:ext cx="5324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Starting Balance: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100,000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866775" y="2754510"/>
            <a:ext cx="50387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 negative withdrawals allowed.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866775" y="3089671"/>
            <a:ext cx="50387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 overdraft (cannot withdraw more than balance).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866775" y="3424832"/>
            <a:ext cx="50387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Infinite loop until "Exit" is selected.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581025" y="2754510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581025" y="3089671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581025" y="3424832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W10: MINI ATM SYSTEM</a:t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77207"/>
            <a:ext cx="11029950" cy="620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57300"/>
            <a:ext cx="5324475" cy="173890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809625" y="3567707"/>
            <a:ext cx="106108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Ensure every member can explain their assigned logic!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581025" y="1257300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Assign Member Roles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6524625" y="1533525"/>
            <a:ext cx="509063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Deliverables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866775" y="1619250"/>
            <a:ext cx="50387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Member 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Explain Variables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866775" y="1954410"/>
            <a:ext cx="50387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Member B: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Explain Conditions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866775" y="2289571"/>
            <a:ext cx="50387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Member C: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Explain Loops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6810375" y="1752600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Full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 Code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6810375" y="2087760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Screenshots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of working output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6810375" y="2422921"/>
            <a:ext cx="45624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Short explanation (3–5 lines)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581025" y="1619250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581025" y="1954410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581025" y="2289571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6524625" y="1752600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6524625" y="2087760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6524625" y="2422921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GROUP SUBMISSION RULES</a:t>
            </a:r>
            <a:endParaRPr/>
          </a:p>
        </p:txBody>
      </p:sp>
      <p:sp>
        <p:nvSpPr>
          <p:cNvPr id="301" name="Google Shape;301;p25"/>
          <p:cNvSpPr/>
          <p:nvPr/>
        </p:nvSpPr>
        <p:spPr>
          <a:xfrm>
            <a:off x="581025" y="581025"/>
            <a:ext cx="57150" cy="43815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/>
        </p:nvSpPr>
        <p:spPr>
          <a:xfrm>
            <a:off x="3405663" y="2196554"/>
            <a:ext cx="53806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D43B"/>
                </a:solidFill>
                <a:latin typeface="Urbanist"/>
                <a:ea typeface="Urbanist"/>
                <a:cs typeface="Urbanist"/>
                <a:sym typeface="Urbanist"/>
              </a:rPr>
              <a:t>Happy Coding!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4071937" y="3301454"/>
            <a:ext cx="4048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76AB"/>
                </a:solidFill>
                <a:latin typeface="Urbanist"/>
                <a:ea typeface="Urbanist"/>
                <a:cs typeface="Urbanist"/>
                <a:sym typeface="Urbanist"/>
              </a:rPr>
              <a:t>Any questions regarding the workshops?</a:t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5619750" y="4002434"/>
            <a:ext cx="952500" cy="381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4591050" y="4421534"/>
            <a:ext cx="30099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Created by Mr President Abdallah Fadhili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